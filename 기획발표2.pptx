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12" Type="http://schemas.openxmlformats.org/officeDocument/2006/relationships/image" Target="../media/image15.png"  /><Relationship Id="rId13" Type="http://schemas.openxmlformats.org/officeDocument/2006/relationships/image" Target="../media/image16.png"  /><Relationship Id="rId14" Type="http://schemas.openxmlformats.org/officeDocument/2006/relationships/image" Target="../media/image17.png"  /><Relationship Id="rId15" Type="http://schemas.openxmlformats.org/officeDocument/2006/relationships/image" Target="../media/image18.png"  /><Relationship Id="rId16" Type="http://schemas.openxmlformats.org/officeDocument/2006/relationships/image" Target="../media/image19.png"  /><Relationship Id="rId17" Type="http://schemas.openxmlformats.org/officeDocument/2006/relationships/image" Target="../media/image20.png"  /><Relationship Id="rId18" Type="http://schemas.openxmlformats.org/officeDocument/2006/relationships/image" Target="../media/image21.png"  /><Relationship Id="rId19" Type="http://schemas.openxmlformats.org/officeDocument/2006/relationships/image" Target="../media/image22.png"  /><Relationship Id="rId2" Type="http://schemas.openxmlformats.org/officeDocument/2006/relationships/image" Target="../media/image5.png"  /><Relationship Id="rId20" Type="http://schemas.openxmlformats.org/officeDocument/2006/relationships/image" Target="../media/image23.png"  /><Relationship Id="rId21" Type="http://schemas.openxmlformats.org/officeDocument/2006/relationships/image" Target="../media/image24.png"  /><Relationship Id="rId22" Type="http://schemas.openxmlformats.org/officeDocument/2006/relationships/image" Target="../media/image25.png"  /><Relationship Id="rId23" Type="http://schemas.openxmlformats.org/officeDocument/2006/relationships/image" Target="../media/image26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1.png"  /><Relationship Id="rId11" Type="http://schemas.openxmlformats.org/officeDocument/2006/relationships/image" Target="../media/image42.png"  /><Relationship Id="rId12" Type="http://schemas.openxmlformats.org/officeDocument/2006/relationships/image" Target="../media/image43.png"  /><Relationship Id="rId2" Type="http://schemas.openxmlformats.org/officeDocument/2006/relationships/image" Target="../media/image33.png"  /><Relationship Id="rId3" Type="http://schemas.openxmlformats.org/officeDocument/2006/relationships/image" Target="../media/image34.png"  /><Relationship Id="rId4" Type="http://schemas.openxmlformats.org/officeDocument/2006/relationships/image" Target="../media/image35.png"  /><Relationship Id="rId5" Type="http://schemas.openxmlformats.org/officeDocument/2006/relationships/image" Target="../media/image36.png"  /><Relationship Id="rId6" Type="http://schemas.openxmlformats.org/officeDocument/2006/relationships/image" Target="../media/image37.png"  /><Relationship Id="rId7" Type="http://schemas.openxmlformats.org/officeDocument/2006/relationships/image" Target="../media/image38.png"  /><Relationship Id="rId8" Type="http://schemas.openxmlformats.org/officeDocument/2006/relationships/image" Target="../media/image39.png"  /><Relationship Id="rId9" Type="http://schemas.openxmlformats.org/officeDocument/2006/relationships/image" Target="../media/image40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44.png"  /><Relationship Id="rId3" Type="http://schemas.openxmlformats.org/officeDocument/2006/relationships/image" Target="../media/image45.png"  /><Relationship Id="rId4" Type="http://schemas.openxmlformats.org/officeDocument/2006/relationships/image" Target="../media/image46.png"  /><Relationship Id="rId5" Type="http://schemas.openxmlformats.org/officeDocument/2006/relationships/image" Target="../media/image47.png"  /><Relationship Id="rId6" Type="http://schemas.openxmlformats.org/officeDocument/2006/relationships/image" Target="../media/image48.png"  /><Relationship Id="rId7" Type="http://schemas.openxmlformats.org/officeDocument/2006/relationships/image" Target="../media/image49.png"  /><Relationship Id="rId8" Type="http://schemas.openxmlformats.org/officeDocument/2006/relationships/image" Target="../media/image5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8.png"  /><Relationship Id="rId11" Type="http://schemas.openxmlformats.org/officeDocument/2006/relationships/image" Target="../media/image59.png"  /><Relationship Id="rId2" Type="http://schemas.openxmlformats.org/officeDocument/2006/relationships/image" Target="../media/image51.png"  /><Relationship Id="rId3" Type="http://schemas.openxmlformats.org/officeDocument/2006/relationships/image" Target="../media/image52.png"  /><Relationship Id="rId4" Type="http://schemas.openxmlformats.org/officeDocument/2006/relationships/image" Target="../media/image53.png"  /><Relationship Id="rId5" Type="http://schemas.openxmlformats.org/officeDocument/2006/relationships/image" Target="../media/image54.png"  /><Relationship Id="rId6" Type="http://schemas.openxmlformats.org/officeDocument/2006/relationships/image" Target="../media/image47.png"  /><Relationship Id="rId7" Type="http://schemas.openxmlformats.org/officeDocument/2006/relationships/image" Target="../media/image55.png"  /><Relationship Id="rId8" Type="http://schemas.openxmlformats.org/officeDocument/2006/relationships/image" Target="../media/image56.png"  /><Relationship Id="rId9" Type="http://schemas.openxmlformats.org/officeDocument/2006/relationships/image" Target="../media/image5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0.png"  /><Relationship Id="rId3" Type="http://schemas.openxmlformats.org/officeDocument/2006/relationships/image" Target="../media/image61.png"  /><Relationship Id="rId4" Type="http://schemas.openxmlformats.org/officeDocument/2006/relationships/image" Target="../media/image62.png"  /><Relationship Id="rId5" Type="http://schemas.openxmlformats.org/officeDocument/2006/relationships/image" Target="../media/image63.png"  /><Relationship Id="rId6" Type="http://schemas.openxmlformats.org/officeDocument/2006/relationships/image" Target="../media/image64.png"  /><Relationship Id="rId7" Type="http://schemas.openxmlformats.org/officeDocument/2006/relationships/image" Target="../media/image65.png"  /><Relationship Id="rId8" Type="http://schemas.openxmlformats.org/officeDocument/2006/relationships/image" Target="../media/image66.png"  /><Relationship Id="rId9" Type="http://schemas.openxmlformats.org/officeDocument/2006/relationships/image" Target="../media/image6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68.png"  /><Relationship Id="rId3" Type="http://schemas.openxmlformats.org/officeDocument/2006/relationships/image" Target="../media/image69.png"  /><Relationship Id="rId4" Type="http://schemas.openxmlformats.org/officeDocument/2006/relationships/image" Target="../media/image70.png"  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4241800" y="2413000"/>
            <a:ext cx="22860000" cy="22860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9431000" y="-5207000"/>
            <a:ext cx="8890000" cy="8890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25600" y="6680200"/>
            <a:ext cx="11379200" cy="31623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714500" y="9715500"/>
            <a:ext cx="11912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197100" y="-87757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3657600"/>
            <a:ext cx="2247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054100" y="8826500"/>
            <a:ext cx="1485900" cy="50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49400" y="8026400"/>
            <a:ext cx="5080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63700" y="8039100"/>
            <a:ext cx="279400" cy="469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387600" y="7937500"/>
            <a:ext cx="6578600" cy="93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054100" y="11137900"/>
            <a:ext cx="1485900" cy="50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9400" y="10337800"/>
            <a:ext cx="5080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51000" y="10299700"/>
            <a:ext cx="2921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387600" y="10248900"/>
            <a:ext cx="6578600" cy="939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94700" y="8826500"/>
            <a:ext cx="1485900" cy="50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890000" y="8026400"/>
            <a:ext cx="5080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991600" y="7988300"/>
            <a:ext cx="292100" cy="584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728200" y="7937500"/>
            <a:ext cx="6578600" cy="939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394700" y="11137900"/>
            <a:ext cx="1485900" cy="508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890000" y="10337800"/>
            <a:ext cx="508000" cy="508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991600" y="10299700"/>
            <a:ext cx="292100" cy="584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728200" y="10248900"/>
            <a:ext cx="6578600" cy="9398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5735300" y="8826500"/>
            <a:ext cx="1485900" cy="50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6230600" y="8026400"/>
            <a:ext cx="508000" cy="508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6332200" y="7988300"/>
            <a:ext cx="292100" cy="5842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7068800" y="7937500"/>
            <a:ext cx="6616700" cy="9144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5735300" y="11137900"/>
            <a:ext cx="1485900" cy="50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6230600" y="10337800"/>
            <a:ext cx="508000" cy="5080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6344900" y="10350500"/>
            <a:ext cx="279400" cy="469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7068800" y="10248900"/>
            <a:ext cx="6578600" cy="939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600700" y="-9017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5765800" cy="189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4432300"/>
            <a:ext cx="10414000" cy="8445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81000" y="6045200"/>
            <a:ext cx="9499600" cy="1422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39800" y="10502900"/>
            <a:ext cx="9486900" cy="850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849100" y="11353800"/>
            <a:ext cx="2806700" cy="50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081000" y="9931400"/>
            <a:ext cx="3175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0871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5765800" cy="189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0" y="3733800"/>
            <a:ext cx="10160000" cy="2540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0" y="3733800"/>
            <a:ext cx="127000" cy="2540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594600" y="5003800"/>
            <a:ext cx="9232900" cy="431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594600" y="4064000"/>
            <a:ext cx="5397500" cy="52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0" y="6858000"/>
            <a:ext cx="10160000" cy="254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12000" y="6858000"/>
            <a:ext cx="127000" cy="2540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94600" y="8128000"/>
            <a:ext cx="9194800" cy="850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594600" y="7188200"/>
            <a:ext cx="6451600" cy="520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137400" y="9982200"/>
            <a:ext cx="10160000" cy="2540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137400" y="9982200"/>
            <a:ext cx="127000" cy="2540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620000" y="11252200"/>
            <a:ext cx="9309100" cy="850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620000" y="10312400"/>
            <a:ext cx="53467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76600" y="-95631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0566400" cy="1892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4038600"/>
            <a:ext cx="13766800" cy="5740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776700" y="2730500"/>
            <a:ext cx="5473700" cy="548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90700" y="10134600"/>
            <a:ext cx="1485900" cy="711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6979900" y="8267700"/>
            <a:ext cx="1092200" cy="71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22300" y="11658600"/>
            <a:ext cx="986790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76600" y="-95631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23825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4724400"/>
            <a:ext cx="9410700" cy="4711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039600" y="6083300"/>
            <a:ext cx="1993900" cy="1993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884400" y="4343400"/>
            <a:ext cx="5473700" cy="548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790700" y="10287000"/>
            <a:ext cx="7823200" cy="2057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046200" y="10287000"/>
            <a:ext cx="7823200" cy="274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201900" y="584200"/>
            <a:ext cx="3987800" cy="2730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06900" y="1943100"/>
            <a:ext cx="4572000" cy="139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9951700" y="1244600"/>
            <a:ext cx="38354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276600" y="-95631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1778000"/>
            <a:ext cx="11264900" cy="1536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36700" y="3759200"/>
            <a:ext cx="10274300" cy="546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192000" y="3759200"/>
            <a:ext cx="10007600" cy="5461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192000" y="9613900"/>
            <a:ext cx="7899400" cy="1371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36700" y="9613900"/>
            <a:ext cx="7899400" cy="1371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5151100" y="12331700"/>
            <a:ext cx="8572500" cy="685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1176000" y="11645900"/>
            <a:ext cx="120777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242800" y="-2057400"/>
            <a:ext cx="17830800" cy="1783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90700" y="4229100"/>
            <a:ext cx="20650200" cy="6908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790700" y="1778000"/>
            <a:ext cx="5765800" cy="1892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ep:HeadingPairs>
  <ep:TitlesOfParts>
    <vt:vector size="9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ASUS</cp:lastModifiedBy>
  <dcterms:modified xsi:type="dcterms:W3CDTF">2025-10-19T06:32:42.016</dcterms:modified>
  <cp:revision>2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