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presProps" Target="presProps.xml"  /><Relationship Id="rId6" Type="http://schemas.openxmlformats.org/officeDocument/2006/relationships/viewProps" Target="viewProps.xml"  /><Relationship Id="rId7" Type="http://schemas.openxmlformats.org/officeDocument/2006/relationships/theme" Target="theme/theme1.xml"  /><Relationship Id="rId8" Type="http://schemas.openxmlformats.org/officeDocument/2006/relationships/tableStyles" Target="tableStyle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67353"/>
      </p:ext>
    </p:extLst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06685"/>
      </p:ext>
    </p:extLst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5367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.jpe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.png"  /><Relationship Id="rId3" Type="http://schemas.openxmlformats.org/officeDocument/2006/relationships/image" Target="../media/image3.png"  /><Relationship Id="rId4" Type="http://schemas.openxmlformats.org/officeDocument/2006/relationships/image" Target="../media/image4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/>
        <p:txBody>
          <a:bodyPr/>
          <a:p>
            <a:pPr>
              <a:defRPr/>
            </a:pPr>
            <a:r>
              <a:rPr lang="ko-KR" altLang="en-US"/>
              <a:t>가상현실게임 기획발표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p>
            <a:pPr>
              <a:defRPr/>
            </a:pPr>
            <a:r>
              <a:rPr lang="en-US" altLang="ko-KR"/>
              <a:t>2019184030</a:t>
            </a:r>
            <a:r>
              <a:rPr lang="ko-KR" altLang="en-US"/>
              <a:t> 조성원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88669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182096" y="119063"/>
            <a:ext cx="2414024" cy="979767"/>
          </a:xfrm>
        </p:spPr>
        <p:txBody>
          <a:bodyPr>
            <a:normAutofit fontScale="90000"/>
          </a:bodyPr>
          <a:p>
            <a:pPr>
              <a:defRPr/>
            </a:pPr>
            <a:r>
              <a:rPr lang="ko-KR" altLang="en-US"/>
              <a:t>개발 목표</a:t>
            </a:r>
            <a:endParaRPr lang="ko-KR" altLang="en-US"/>
          </a:p>
        </p:txBody>
      </p:sp>
      <p:sp>
        <p:nvSpPr>
          <p:cNvPr id="5" name="제목 1"/>
          <p:cNvSpPr/>
          <p:nvPr/>
        </p:nvSpPr>
        <p:spPr>
          <a:xfrm>
            <a:off x="182096" y="1007783"/>
            <a:ext cx="6483160" cy="2260132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4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올림픽 종목 중 하나인 </a:t>
            </a:r>
            <a:r>
              <a:rPr xmlns:mc="http://schemas.openxmlformats.org/markup-compatibility/2006" xmlns:hp="http://schemas.haansoft.com/office/presentation/8.0" kumimoji="0" lang="en-US" altLang="ko-KR" sz="24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“</a:t>
            </a:r>
            <a:r>
              <a:rPr xmlns:mc="http://schemas.openxmlformats.org/markup-compatibility/2006" xmlns:hp="http://schemas.haansoft.com/office/presentation/8.0" kumimoji="0" lang="ko-KR" altLang="en-US" sz="24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사격 공기권총 </a:t>
            </a:r>
            <a:r>
              <a:rPr xmlns:mc="http://schemas.openxmlformats.org/markup-compatibility/2006" xmlns:hp="http://schemas.haansoft.com/office/presentation/8.0" kumimoji="0" lang="en-US" altLang="ko-KR" sz="24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10M” </a:t>
            </a:r>
            <a:r>
              <a:rPr xmlns:mc="http://schemas.openxmlformats.org/markup-compatibility/2006" xmlns:hp="http://schemas.haansoft.com/office/presentation/8.0" kumimoji="0" lang="ko-KR" altLang="en-US" sz="24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를</a:t>
            </a:r>
            <a:endParaRPr xmlns:mc="http://schemas.openxmlformats.org/markup-compatibility/2006" xmlns:hp="http://schemas.haansoft.com/office/presentation/8.0" kumimoji="0" lang="ko-KR" altLang="en-US" sz="2400" b="0" i="0" u="none" strike="noStrike" kern="1200" cap="none" spc="0" normalizeH="0" baseline="0" mc:Ignorable="hp" hp:hslEmbossed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4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실제 경기와 유사하게 구현</a:t>
            </a:r>
            <a:endParaRPr xmlns:mc="http://schemas.openxmlformats.org/markup-compatibility/2006" xmlns:hp="http://schemas.haansoft.com/office/presentation/8.0" kumimoji="0" lang="ko-KR" altLang="en-US" sz="2400" b="0" i="0" u="none" strike="noStrike" kern="1200" cap="none" spc="0" normalizeH="0" baseline="0" mc:Ignorable="hp" hp:hslEmbossed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2400" b="0" i="0" u="none" strike="noStrike" kern="1200" cap="none" spc="0" normalizeH="0" baseline="0" mc:Ignorable="hp" hp:hslEmbossed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4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10m 공기권총은 4.5mm 공기탄을 사용해 10m 거리에서 사격하는 종목으로, 2017년 규정 변경 이후 남·여 모두 예전의 40발에서 60발을 사격</a:t>
            </a:r>
            <a:endParaRPr xmlns:mc="http://schemas.openxmlformats.org/markup-compatibility/2006" xmlns:hp="http://schemas.haansoft.com/office/presentation/8.0" kumimoji="0" lang="ko-KR" altLang="en-US" sz="2400" b="0" i="0" u="none" strike="noStrike" kern="1200" cap="none" spc="0" normalizeH="0" baseline="0" mc:Ignorable="hp" hp:hslEmbossed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제목 1"/>
          <p:cNvSpPr/>
          <p:nvPr/>
        </p:nvSpPr>
        <p:spPr>
          <a:xfrm>
            <a:off x="182096" y="3948392"/>
            <a:ext cx="4536139" cy="979767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4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프로젝트 선정 이유 </a:t>
            </a:r>
            <a:endParaRPr xmlns:mc="http://schemas.openxmlformats.org/markup-compatibility/2006" xmlns:hp="http://schemas.haansoft.com/office/presentation/8.0" kumimoji="0" lang="ko-KR" altLang="en-US" sz="4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pic>
        <p:nvPicPr>
          <p:cNvPr id="8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862760" y="273613"/>
            <a:ext cx="4944875" cy="2994301"/>
          </a:xfrm>
          <a:prstGeom prst="rect">
            <a:avLst/>
          </a:prstGeom>
        </p:spPr>
      </p:pic>
      <p:sp>
        <p:nvSpPr>
          <p:cNvPr id="10" name="제목 1"/>
          <p:cNvSpPr/>
          <p:nvPr/>
        </p:nvSpPr>
        <p:spPr>
          <a:xfrm>
            <a:off x="182095" y="4852800"/>
            <a:ext cx="11224650" cy="1293624"/>
          </a:xfrm>
          <a:prstGeom prst="rect">
            <a:avLst/>
          </a:prstGeom>
        </p:spPr>
        <p:txBody>
          <a:bodyPr vert="horz" lIns="91440" tIns="45720" rIns="91440" bIns="45720" anchor="ctr">
            <a:normAutofit lnSpcReduction="10000"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4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올림픽에 도전하는 선수들이 실제 경기 전에 경기 감각을 익히고, </a:t>
            </a:r>
            <a:endParaRPr xmlns:mc="http://schemas.openxmlformats.org/markup-compatibility/2006" xmlns:hp="http://schemas.haansoft.com/office/presentation/8.0" kumimoji="0" lang="ko-KR" altLang="en-US" sz="2400" b="0" i="0" u="none" strike="noStrike" kern="1200" cap="none" spc="0" normalizeH="0" baseline="0" mc:Ignorable="hp" hp:hslEmbossed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2400" b="0" i="0" u="none" strike="noStrike" kern="1200" cap="none" spc="0" normalizeH="0" baseline="0" mc:Ignorable="hp" hp:hslEmbossed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4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경기장의 실제 사운드를 재현하여 심리적 부담을 줄일 수 있도록 하기 위해서 선정</a:t>
            </a:r>
            <a:endParaRPr xmlns:mc="http://schemas.openxmlformats.org/markup-compatibility/2006" xmlns:hp="http://schemas.haansoft.com/office/presentation/8.0" kumimoji="0" lang="ko-KR" altLang="en-US" sz="2400" b="0" i="0" u="none" strike="noStrike" kern="1200" cap="none" spc="0" normalizeH="0" baseline="0" mc:Ignorable="hp" hp:hslEmbossed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783152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133070" y="105055"/>
            <a:ext cx="2470053" cy="776661"/>
          </a:xfrm>
        </p:spPr>
        <p:txBody>
          <a:bodyPr/>
          <a:p>
            <a:pPr algn="l">
              <a:defRPr/>
            </a:pPr>
            <a:r>
              <a:rPr lang="ko-KR" altLang="en-US"/>
              <a:t>컨텐츠</a:t>
            </a:r>
            <a:endParaRPr lang="ko-KR" altLang="en-US"/>
          </a:p>
        </p:txBody>
      </p:sp>
      <p:sp>
        <p:nvSpPr>
          <p:cNvPr id="11" name="제목 1"/>
          <p:cNvSpPr/>
          <p:nvPr/>
        </p:nvSpPr>
        <p:spPr>
          <a:xfrm>
            <a:off x="6096000" y="4403631"/>
            <a:ext cx="6024802" cy="776661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UI </a:t>
            </a:r>
            <a:r>
              <a: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시스템 </a:t>
            </a:r>
            <a:r>
              <a: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사격 기록을 모니터에서 실시간 확인 가능</a:t>
            </a:r>
            <a:endPara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pic>
        <p:nvPicPr>
          <p:cNvPr id="1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167198" y="5082241"/>
            <a:ext cx="2798208" cy="1573992"/>
          </a:xfrm>
          <a:prstGeom prst="rect">
            <a:avLst/>
          </a:prstGeom>
        </p:spPr>
      </p:pic>
      <p:pic>
        <p:nvPicPr>
          <p:cNvPr id="13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107858" y="5082241"/>
            <a:ext cx="2798209" cy="1573992"/>
          </a:xfrm>
          <a:prstGeom prst="rect">
            <a:avLst/>
          </a:prstGeom>
        </p:spPr>
      </p:pic>
      <p:pic>
        <p:nvPicPr>
          <p:cNvPr id="14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64191" y="1371227"/>
            <a:ext cx="4972557" cy="2170637"/>
          </a:xfrm>
          <a:prstGeom prst="rect">
            <a:avLst/>
          </a:prstGeom>
        </p:spPr>
      </p:pic>
      <p:sp>
        <p:nvSpPr>
          <p:cNvPr id="15" name="제목 1"/>
          <p:cNvSpPr/>
          <p:nvPr/>
        </p:nvSpPr>
        <p:spPr>
          <a:xfrm>
            <a:off x="364191" y="769657"/>
            <a:ext cx="6024802" cy="776661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사격 경기장</a:t>
            </a:r>
            <a:endPara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816245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72</ep:Words>
  <ep:PresentationFormat>화면 슬라이드 쇼(4:3)</ep:PresentationFormat>
  <ep:Paragraphs>14</ep:Paragraphs>
  <ep:Slides>3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ep:HeadingPairs>
  <ep:TitlesOfParts>
    <vt:vector size="4" baseType="lpstr">
      <vt:lpstr>한컴오피스</vt:lpstr>
      <vt:lpstr>가상현실게임 기획발표</vt:lpstr>
      <vt:lpstr>개발 목표</vt:lpstr>
      <vt:lpstr>컨텐츠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2025-09-27T05:25:37.570</dcterms:created>
  <dc:creator>ASUS</dc:creator>
  <cp:lastModifiedBy>ASUS</cp:lastModifiedBy>
  <dcterms:modified xsi:type="dcterms:W3CDTF">2025-09-27T07:21:28.508</dcterms:modified>
  <cp:revision>10</cp:revision>
  <cp:version>12.0.0.535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